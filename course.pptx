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8E9F82-5691-234D-2D67-EA851AE1FE6F}"/>
              </a:ext>
            </a:extLst>
          </p:cNvPr>
          <p:cNvSpPr txBox="1"/>
          <p:nvPr/>
        </p:nvSpPr>
        <p:spPr>
          <a:xfrm>
            <a:off x="7510328" y="9236075"/>
            <a:ext cx="5083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/>
              <a:t>MUHAMMED M AZEEZ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</Words>
  <Application>Microsoft Office PowerPoint</Application>
  <PresentationFormat>Custom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Muhammed Ajnas</cp:lastModifiedBy>
  <cp:revision>1</cp:revision>
  <dcterms:created xsi:type="dcterms:W3CDTF">2025-11-19T11:57:57Z</dcterms:created>
  <dcterms:modified xsi:type="dcterms:W3CDTF">2025-11-19T12:05:27Z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LastSaved">
    <vt:filetime>2025-11-19T00:00:00Z</vt:filetime>
  </property>
  <property fmtid="{D5CDD505-2E9C-101B-9397-08002B2CF9AE}" pid="4" name="Producer">
    <vt:lpwstr>3-Heights(TM) PDF Security Shell 4.8.25.2 (http://www.pdf-tools.com)</vt:lpwstr>
  </property>
</Properties>
</file>