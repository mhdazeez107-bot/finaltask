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05037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AgriSense: AI for Proactive Crop Disease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052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Leveraging Machine Learning to Secure Small-Scale Harvests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252662"/>
            <a:ext cx="952500" cy="4762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85611" y="2586037"/>
            <a:ext cx="622077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633787"/>
            <a:ext cx="6667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AgriSense is an AI-driven mobile application that provides instant, highly accurate diagnosis of crop diseases from leaf images. It empowers small-scale farmers with timely intervention strategies, significantly reducing crop loss and ensuring food security.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49391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The Global Threat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Crop diseases are a major cause of yield loss (up to 40% globally), especially for smallholder farmers who are the backbone of the world's food supply.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12016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The "Why"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These farmers often lack access to experts, timely lab testing, or rapid diagnostics. This leads to economic hardship, food insecurity, and inefficient resource use.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Problem: A Widening Gap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6075"/>
            <a:ext cx="528637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86075"/>
            <a:ext cx="5286375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49391" y="32766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Our Mission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62025" y="384810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To democratize access to advanced agricultural diagnostics using accessible AI technology.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612016" y="32766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Our Vision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724650" y="384810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 world where no farmer loses their harvest due to preventable or undiagnosed plant diseases.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Guiding Principles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71500" y="264795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95%+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407670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Target accuracy for disease classification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334125" y="26479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 &amp; Justification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334125" y="327660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To develop a Convolutional Neural Network (CNN) model integrated into a simple mobile app for real-time, accurate disease identification.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334125" y="421957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Justification: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This project aligns with a career in Applied Machine Learning and Computer Vision, while directly addressing the UN's Sustainable Development Goal 2: Zero Hunger.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 &amp; Key Goals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571500" y="24098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The AgriSense mobile app allows a farmer to simply take a picture of a diseased leaf.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571500" y="30956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The image is sent to our AI model, which returns the disease name, confidence score, and a recommended action plan—all in under 5 seconds.</a:t>
            </a:r>
            <a:endParaRPr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Solution: AgriSense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795813" y="31765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&amp; Machine Learning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66775" y="44053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Python, TensorFlow, and Keras using a Convolutional Neural Network (CNN) model (ResNet-50).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970859" y="3176587"/>
            <a:ext cx="22502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&amp; API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467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Deployed on Google Cloud Platform (GCP) with a Flask API for handling image processing requests.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845867" y="3176587"/>
            <a:ext cx="21202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App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48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Cross-platform mobile app built with Flutter for a simple, accessible user experience.</a:t>
            </a:r>
            <a:endParaRPr/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248126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Technology &amp; Framework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2190750" y="30099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Speed: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Instant diagnosis in seconds vs. days waiting for lab results.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2190750" y="34575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Cost-Effective: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Free or low-cost access vs. expensive expert consultations.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2190750" y="39052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&gt;95% confidence rates via deep learning, exceeding human-expert guesswork.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2190750" y="43529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Accessibility:</a:t>
            </a: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Designed to be simple, multilingual, and work on basic smartphones.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575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052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40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Value Proposition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6334125" y="25812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Primary Audience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6334125" y="32099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Small-to-medium scale farmers in developing regions with high smartphone adoption but limited access to agricultural experts.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334125" y="39147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Secondary Audience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334125" y="45434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Agricultural extension workers, home gardeners, and agricultural researchers.</a:t>
            </a:r>
            <a:endParaRPr/>
          </a:p>
        </p:txBody>
      </p:sp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Audience &amp; Market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1225867" y="3405187"/>
            <a:ext cx="21202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Food Security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86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Boosts local food production and farmer self-sufficiency by reducing yield loss.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4710826" y="3405187"/>
            <a:ext cx="2770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Economic Growth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676775" y="417671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Directly increases farmer income and profitability by protecting harvests.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8780859" y="3405187"/>
            <a:ext cx="22502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Environmental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Promotes targeted use of pesticides, reducing chemical runoff and promoting sustainability.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Societal Impact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Q1-Q2: MVP Launch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71500" y="4648200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Focus on 3 major crops, local testing, and model validation.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334388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Q3-Q4: Growth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340741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Expand disease database, integrate regional weather data, and begin localization.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Year 2: Scaling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243339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Partner with NGOs and governmental agricultural agencies for wide deployment.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901572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ECDC4"/>
                </a:solidFill>
                <a:latin typeface="Poppins"/>
                <a:ea typeface="Poppins"/>
                <a:cs typeface="Poppins"/>
                <a:sym typeface="Poppins"/>
              </a:rPr>
              <a:t>Year 3: Expansion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907925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Explore pest detection and automated satellite imagery analysis.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1B2A"/>
          </a:solidFill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1B2A"/>
          </a:solidFill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1B2A"/>
          </a:solidFill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1B2A"/>
          </a:solidFill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Development Roadmap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